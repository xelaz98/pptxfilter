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andar Petkov" userId="6276ccb8-8a44-475c-8196-ba767c26d8f0" providerId="ADAL" clId="{10CE24A4-FB98-486E-84F4-E16A18FD9761}"/>
    <pc:docChg chg="custSel addSld modSld">
      <pc:chgData name="Aleksandar Petkov" userId="6276ccb8-8a44-475c-8196-ba767c26d8f0" providerId="ADAL" clId="{10CE24A4-FB98-486E-84F4-E16A18FD9761}" dt="2023-09-14T23:10:30.867" v="85" actId="20577"/>
      <pc:docMkLst>
        <pc:docMk/>
      </pc:docMkLst>
      <pc:sldChg chg="modSp new mod">
        <pc:chgData name="Aleksandar Petkov" userId="6276ccb8-8a44-475c-8196-ba767c26d8f0" providerId="ADAL" clId="{10CE24A4-FB98-486E-84F4-E16A18FD9761}" dt="2023-09-14T23:10:30.867" v="85" actId="20577"/>
        <pc:sldMkLst>
          <pc:docMk/>
          <pc:sldMk cId="3329011934" sldId="256"/>
        </pc:sldMkLst>
        <pc:spChg chg="mod">
          <ac:chgData name="Aleksandar Petkov" userId="6276ccb8-8a44-475c-8196-ba767c26d8f0" providerId="ADAL" clId="{10CE24A4-FB98-486E-84F4-E16A18FD9761}" dt="2023-09-14T23:10:30.867" v="85" actId="20577"/>
          <ac:spMkLst>
            <pc:docMk/>
            <pc:sldMk cId="3329011934" sldId="256"/>
            <ac:spMk id="2" creationId="{B5BE35D2-116D-8931-5516-043033282C84}"/>
          </ac:spMkLst>
        </pc:spChg>
        <pc:spChg chg="mod">
          <ac:chgData name="Aleksandar Petkov" userId="6276ccb8-8a44-475c-8196-ba767c26d8f0" providerId="ADAL" clId="{10CE24A4-FB98-486E-84F4-E16A18FD9761}" dt="2023-09-14T22:52:10.301" v="34" actId="20577"/>
          <ac:spMkLst>
            <pc:docMk/>
            <pc:sldMk cId="3329011934" sldId="256"/>
            <ac:spMk id="3" creationId="{F5D429A6-4971-D0C6-E721-BBF9D7AA7663}"/>
          </ac:spMkLst>
        </pc:spChg>
      </pc:sldChg>
      <pc:sldMasterChg chg="addSldLayout">
        <pc:chgData name="Aleksandar Petkov" userId="6276ccb8-8a44-475c-8196-ba767c26d8f0" providerId="ADAL" clId="{10CE24A4-FB98-486E-84F4-E16A18FD9761}" dt="2023-09-14T16:40:22.322" v="0" actId="680"/>
        <pc:sldMasterMkLst>
          <pc:docMk/>
          <pc:sldMasterMk cId="3263509238" sldId="2147483648"/>
        </pc:sldMasterMkLst>
        <pc:sldLayoutChg chg="add">
          <pc:chgData name="Aleksandar Petkov" userId="6276ccb8-8a44-475c-8196-ba767c26d8f0" providerId="ADAL" clId="{10CE24A4-FB98-486E-84F4-E16A18FD9761}" dt="2023-09-14T16:40:22.322" v="0" actId="680"/>
          <pc:sldLayoutMkLst>
            <pc:docMk/>
            <pc:sldMasterMk cId="3263509238" sldId="2147483648"/>
            <pc:sldLayoutMk cId="389853681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0DF-0AFC-2C83-7918-72CD70595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5EC21-39BD-ABD2-5C95-E7709B550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53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50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35D2-116D-8931-5516-043033282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PPTX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429A6-4971-D0C6-E721-BBF9D7AA7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32901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PPTX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 ee</dc:title>
  <dc:creator>Aleksandar Petkov</dc:creator>
  <cp:lastModifiedBy>Aleksandar Petkov</cp:lastModifiedBy>
  <cp:revision>1</cp:revision>
  <dcterms:created xsi:type="dcterms:W3CDTF">2023-09-14T16:40:19Z</dcterms:created>
  <dcterms:modified xsi:type="dcterms:W3CDTF">2023-09-14T23:10:34Z</dcterms:modified>
</cp:coreProperties>
</file>